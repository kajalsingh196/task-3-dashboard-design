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8933" y="733425"/>
            <a:ext cx="7772400" cy="1470025"/>
          </a:xfrm>
        </p:spPr>
        <p:txBody>
          <a:bodyPr/>
          <a:lstStyle/>
          <a:p>
            <a:r>
              <a:rPr dirty="0"/>
              <a:t>Sales Dashboard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01950"/>
            <a:ext cx="6400800" cy="3752849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Data Analyst Internship </a:t>
            </a:r>
            <a:endParaRPr lang="en-IN"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 Task 4</a:t>
            </a:r>
            <a:r>
              <a:rPr lang="en-IN" dirty="0">
                <a:solidFill>
                  <a:schemeClr val="tx1"/>
                </a:solidFill>
              </a:rPr>
              <a:t> - </a:t>
            </a:r>
            <a:r>
              <a:rPr dirty="0">
                <a:solidFill>
                  <a:schemeClr val="tx1"/>
                </a:solidFill>
              </a:rPr>
              <a:t>Designed using Power BI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pPr algn="l"/>
            <a:r>
              <a:rPr lang="en-IN" dirty="0">
                <a:solidFill>
                  <a:schemeClr val="tx1"/>
                </a:solidFill>
              </a:rPr>
              <a:t>Presented By Kajal Singh</a:t>
            </a:r>
            <a:r>
              <a:rPr dirty="0">
                <a:solidFill>
                  <a:schemeClr val="tx1"/>
                </a:solidFill>
              </a:rPr>
              <a:t> 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</a:pPr>
            <a:r>
              <a:rPr sz="2000" dirty="0"/>
              <a:t>To design an interactive sales dashboard that provides key insights for business stakeholders.</a:t>
            </a:r>
          </a:p>
          <a:p>
            <a:pPr>
              <a:spcAft>
                <a:spcPts val="1000"/>
              </a:spcAft>
            </a:pPr>
            <a:r>
              <a:rPr sz="2000" dirty="0"/>
              <a:t>The dashboard tracks performance across Sales, Profit, and Growth KPIs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</a:pPr>
            <a:r>
              <a:rPr sz="2000" dirty="0"/>
              <a:t>Dataset: sales_clean.csv (Sales-Financial Data)</a:t>
            </a:r>
          </a:p>
          <a:p>
            <a:pPr>
              <a:spcAft>
                <a:spcPts val="1000"/>
              </a:spcAft>
            </a:pPr>
            <a:r>
              <a:rPr sz="2000" dirty="0"/>
              <a:t>Key Columns: Date, Region, Category, Product, Sales, Profit, Quantity, Discount, Segment</a:t>
            </a:r>
          </a:p>
          <a:p>
            <a:pPr>
              <a:spcAft>
                <a:spcPts val="1000"/>
              </a:spcAft>
            </a:pPr>
            <a:r>
              <a:rPr sz="2000" dirty="0"/>
              <a:t>Used for: KPI calculations and visual insights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1. Total Sales – Overall revenue generated.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2. Total Profit – Net earnings from all transactions.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3. Profit Margin (%) – Profit divided by Sales × 100.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4. Sales Growth (%) – Month-over-month or year-over-year increase.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5. Top Products/Regions – Highest performing areas.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Design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1000"/>
              </a:spcAft>
            </a:pPr>
            <a:r>
              <a:rPr sz="2000" dirty="0"/>
              <a:t> KPI Cards: Display Total Sales, Profit, and Growth.</a:t>
            </a:r>
          </a:p>
          <a:p>
            <a:pPr>
              <a:spcAft>
                <a:spcPts val="1000"/>
              </a:spcAft>
            </a:pPr>
            <a:r>
              <a:rPr sz="2000" dirty="0"/>
              <a:t> Charts: Line chart for time-series trends, bar charts for category comparisons.</a:t>
            </a:r>
          </a:p>
          <a:p>
            <a:pPr>
              <a:spcAft>
                <a:spcPts val="1000"/>
              </a:spcAft>
            </a:pPr>
            <a:r>
              <a:rPr sz="2000" dirty="0"/>
              <a:t> Filters/Slicers: Region, Date, Product Category, Segment.</a:t>
            </a:r>
          </a:p>
          <a:p>
            <a:pPr>
              <a:spcAft>
                <a:spcPts val="1000"/>
              </a:spcAft>
            </a:pPr>
            <a:r>
              <a:rPr sz="2000" dirty="0"/>
              <a:t>Navigation: Buttons for Sales, Profit, and Region views.</a:t>
            </a:r>
          </a:p>
          <a:p>
            <a:pPr>
              <a:spcAft>
                <a:spcPts val="1000"/>
              </a:spcAft>
            </a:pPr>
            <a:r>
              <a:rPr sz="2000" dirty="0"/>
              <a:t>Consistent Theme: 2–3 color palette, uniform fonts (Segoe UI).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from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• Region A shows the highest total sales.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• Product Category X yields the best profit margins.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• Sales increased by 20% in Q3 compared to Q2.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• Some regions show low-profit despite high sales – optimization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666" y="5350933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This dashboard highlights key business insights:</a:t>
            </a:r>
          </a:p>
          <a:p>
            <a:r>
              <a:rPr dirty="0"/>
              <a:t>• KPI Cards for Sales, Profit, Margin, and Order Value</a:t>
            </a:r>
          </a:p>
          <a:p>
            <a:r>
              <a:rPr dirty="0"/>
              <a:t>• Line chart showing Sales and Profit trends (2023–2024)</a:t>
            </a:r>
          </a:p>
          <a:p>
            <a:r>
              <a:rPr dirty="0"/>
              <a:t>• Map displaying Sales distribution by region</a:t>
            </a:r>
          </a:p>
          <a:p>
            <a:r>
              <a:rPr dirty="0"/>
              <a:t>• Bar chart for Sales by Product Category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4D464A-58C1-94F0-1792-AC4389B22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1297728"/>
            <a:ext cx="6756400" cy="39346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The dashboard enables management to: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• Monitor key performance metrics in real-time.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• Identify growth opportunities and weak regions.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2000" dirty="0"/>
              <a:t>• Make data-driven business decisions efficiently.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343</Words>
  <Application>Microsoft Office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Sales Dashboard Design</vt:lpstr>
      <vt:lpstr>Objective</vt:lpstr>
      <vt:lpstr>Dataset Overview</vt:lpstr>
      <vt:lpstr>Key Performance Indicators (KPIs)</vt:lpstr>
      <vt:lpstr>Dashboard Design Features</vt:lpstr>
      <vt:lpstr>Insights from Dashboard</vt:lpstr>
      <vt:lpstr>Dashboard Snapshot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Kajal Singh</dc:creator>
  <cp:keywords/>
  <dc:description>generated using python-pptx</dc:description>
  <cp:lastModifiedBy>Kajal Singh</cp:lastModifiedBy>
  <cp:revision>3</cp:revision>
  <dcterms:created xsi:type="dcterms:W3CDTF">2013-01-27T09:14:16Z</dcterms:created>
  <dcterms:modified xsi:type="dcterms:W3CDTF">2025-10-26T21:19:42Z</dcterms:modified>
  <cp:category/>
</cp:coreProperties>
</file>